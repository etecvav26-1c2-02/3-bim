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3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114800" cy="4114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754880"/>
            <a:ext cx="3291840" cy="329184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Aplicado a um Sistema de Academia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Decomposição · Reconhecimento de Padrões · Abstração · Algoritmos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434840"/>
            <a:ext cx="109728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IMC  ·  Metas  ·  Evolução do Aluno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2743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20040" y="14813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5074920"/>
            <a:ext cx="1188720" cy="11887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50749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274320" y="1874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Decomposição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274320" y="28803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um problema grande em partes menores e gerenciáveis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14800" y="502920"/>
            <a:ext cx="7589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0" y="868680"/>
            <a:ext cx="75895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Quebra um sistema complexo em módulos independentes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parte resolve um subproblema específico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 desenvolvimento, testes e manutenção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0" y="2697480"/>
            <a:ext cx="75895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A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34840" y="2926080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 · SISTEMA DE ACADEMIA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34840" y="3337560"/>
            <a:ext cx="694944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200"/>
              </a:spcAft>
              <a:buSzPct val="100000"/>
              <a:buChar char="▸"/>
            </a:pPr>
            <a:r>
              <a:rPr lang="en-US" sz="145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dividido em módulos: cadastro de aluno, cálculo de IMC, registro de metas e histórico de evolução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▸"/>
            </a:pPr>
            <a:r>
              <a:rPr lang="en-US" sz="145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de IMC separado em subtarefas: capturar peso e altura, aplicar a fórmula, classificar a faixa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▸"/>
            </a:pPr>
            <a:r>
              <a:rPr lang="en-US" sz="145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módulo pode ser testado e ajustado sem afetar os demais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C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2743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20040" y="14813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5074920"/>
            <a:ext cx="1188720" cy="11887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50749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274320" y="1874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Reconhecimento de Padrões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274320" y="28803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semelhanças e tendências entre dados e situações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14800" y="502920"/>
            <a:ext cx="7589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0" y="868680"/>
            <a:ext cx="75895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 regularidades em conjuntos de dados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prever comportamentos e agrupar casos similares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a necessidade de tratar cada caso como único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0" y="2697480"/>
            <a:ext cx="75895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A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34840" y="2926080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 · SISTEMA DE ACADEMIA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34840" y="3337560"/>
            <a:ext cx="694944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200"/>
              </a:spcAft>
              <a:buSzPct val="100000"/>
              <a:buChar char="▸"/>
            </a:pPr>
            <a:r>
              <a:rPr lang="en-US" sz="145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de IMC (abaixo do peso, normal, sobrepeso, obesidade) seguem o mesmo padrão de cálculo para qualquer aluno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▸"/>
            </a:pPr>
            <a:r>
              <a:rPr lang="en-US" sz="145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identifica padrão de evolução: ganho de massa, perda de peso ou estagnação ao longo dos treinos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▸"/>
            </a:pPr>
            <a:r>
              <a:rPr lang="en-US" sz="145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com metas parecidas podem receber recomendações de treino similares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C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2743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20040" y="14813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5074920"/>
            <a:ext cx="1188720" cy="11887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50749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▢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274320" y="1874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Abstração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274320" y="28803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Focar no que é essencial, ignorando detalhes irrelevantes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14800" y="502920"/>
            <a:ext cx="7589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0" y="868680"/>
            <a:ext cx="75895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Simplifica a realidade destacando apenas dados relevantes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modelos e representações genéricas do problema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Esconde a complexidade interna por trás de uma interface simples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0" y="2697480"/>
            <a:ext cx="75895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A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34840" y="2926080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 · SISTEMA DE ACADEMIA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34840" y="3337560"/>
            <a:ext cx="694944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200"/>
              </a:spcAft>
              <a:buSzPct val="100000"/>
              <a:buChar char="▸"/>
            </a:pPr>
            <a:r>
              <a:rPr lang="en-US" sz="145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calcular o IMC, o sistema só precisa de peso e altura — ignora idade, cor da roupa ou horário do treino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▸"/>
            </a:pPr>
            <a:r>
              <a:rPr lang="en-US" sz="145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 é representado por um modelo de dados: nome, peso, altura, metas e histórico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▸"/>
            </a:pPr>
            <a:r>
              <a:rPr lang="en-US" sz="145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 só vê o resultado (IMC e classificação); a fórmula e os cálculos ficam escondidos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C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2743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20040" y="14813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5074920"/>
            <a:ext cx="1188720" cy="11887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50749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274320" y="1874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274320" y="28803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lógica e ordenada de passos para resolver um problema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14800" y="502920"/>
            <a:ext cx="7589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0" y="868680"/>
            <a:ext cx="75895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passo a passo como uma tarefa deve ser executada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Garante que o mesmo processo sempre gere o resultado correto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para transformar a lógica em código funcional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0" y="2697480"/>
            <a:ext cx="75895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A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34840" y="2926080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 · SISTEMA DE ACADEMIA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34840" y="3337560"/>
            <a:ext cx="694944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200"/>
              </a:spcAft>
              <a:buSzPct val="100000"/>
              <a:buChar char="▸"/>
            </a:pPr>
            <a:r>
              <a:rPr lang="en-US" sz="145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do IMC: ler peso e altura → calcular peso ÷ altura² → comparar com faixas → exibir classificação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▸"/>
            </a:pPr>
            <a:r>
              <a:rPr lang="en-US" sz="145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de metas: registrar meta → comparar progresso semanal → atualizar status (em dia, atrasado, concluído)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▸"/>
            </a:pPr>
            <a:r>
              <a:rPr lang="en-US" sz="1450" dirty="0">
                <a:solidFill>
                  <a:srgbClr val="0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de evolução: armazenar novo registro → comparar com o anterior → gerar gráfico de progresso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C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3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3840480" cy="384048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206240"/>
            <a:ext cx="3474720" cy="347472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00584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4 pilares trabalhando juntos no sistema de academia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2103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Decomposição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023360" y="210312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 cadastro, IMC, metas e evolução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10896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3063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Padrões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023360" y="30632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 faixas de IMC e tendências de progresso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40233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Abstração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023360" y="40233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só os dados essenciais (peso e altura)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5029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029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0020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023360" y="498348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os passos exatos de cada cálculo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960" y="61722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Juntos, transformam um problema real — acompanhar a evolução de um aluno — em um sistema funcional e confiável.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2026-08-04T20:07:14Z</dcterms:created>
  <dcterms:modified xsi:type="dcterms:W3CDTF">2026-08-04T20:07:14Z</dcterms:modified>
</cp:coreProperties>
</file>