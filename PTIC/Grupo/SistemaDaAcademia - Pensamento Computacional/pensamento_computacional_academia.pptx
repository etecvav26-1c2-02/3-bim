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03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Aplicado a um Sistema de Academia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· Reconhecimento de </a:t>
            </a:r>
            <a:r>
              <a:rPr lang="en-US" sz="1500" dirty="0" err="1" smtClean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</a:t>
            </a:r>
            <a:r>
              <a:rPr lang="en-US" sz="1500" dirty="0" smtClean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Abstração · Algoritmos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0972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 ·  Metas  ·  Evolução do Aluno</a:t>
            </a:r>
            <a:endParaRPr lang="en-US" sz="12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822960" y="4023360"/>
            <a:ext cx="7721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/>
                </a:solidFill>
              </a:rPr>
              <a:t>Grupo 4: Cauã </a:t>
            </a:r>
            <a:r>
              <a:rPr lang="pt-BR" sz="1400" dirty="0" err="1" smtClean="0">
                <a:solidFill>
                  <a:schemeClr val="bg2"/>
                </a:solidFill>
              </a:rPr>
              <a:t>Balzaneli</a:t>
            </a:r>
            <a:r>
              <a:rPr lang="pt-BR" sz="1400" dirty="0" smtClean="0">
                <a:solidFill>
                  <a:schemeClr val="bg2"/>
                </a:solidFill>
              </a:rPr>
              <a:t>, Daniel de Sousa Araújo, Valentino Chagas </a:t>
            </a:r>
            <a:r>
              <a:rPr lang="pt-BR" sz="1400" dirty="0" err="1" smtClean="0">
                <a:solidFill>
                  <a:schemeClr val="bg2"/>
                </a:solidFill>
              </a:rPr>
              <a:t>Hoehne</a:t>
            </a:r>
            <a:r>
              <a:rPr lang="pt-BR" sz="1400" dirty="0" smtClean="0">
                <a:solidFill>
                  <a:schemeClr val="bg2"/>
                </a:solidFill>
              </a:rPr>
              <a:t> e Miguel Marcelo.</a:t>
            </a:r>
            <a:endParaRPr lang="pt-BR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00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50749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5074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Decomposição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um problema grande em partes menores e gerenciáveis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0" y="502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0" y="1001268"/>
            <a:ext cx="7589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um sistema complexo em módulos independentes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parte resolve um subproblema específico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desenvolvimento, testes e manutenção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0" y="2697480"/>
            <a:ext cx="7589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29260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· SISTEMA DE ACADEMIA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34840" y="3337560"/>
            <a:ext cx="6949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dividido em módulos: cadastro de aluno, cálculo de IMC, registro de metas e histórico de evolução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IMC separado em subtarefas: capturar peso e altura, aplicar a fórmula, classificar a faixa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pode ser testado e ajustado sem afetar os demais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14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50749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5074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 de Padrões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semelhanças e tendências entre dados e situações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0" y="502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0" y="868680"/>
            <a:ext cx="7589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regularidades em conjuntos de dados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prever comportamentos e agrupar casos similares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necessidade de tratar cada caso como único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0" y="2697480"/>
            <a:ext cx="7589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29260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· SISTEMA DE ACADEMIA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34840" y="3337560"/>
            <a:ext cx="6949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de IMC (abaixo do peso, normal, sobrepeso, obesidade) seguem o mesmo padrão de cálculo para qualquer aluno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identifica padrão de evolução: ganho de massa, perda de peso ou estagnação ao longo dos treinos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metas parecidas podem receber recomendações de treino similares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16517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50749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5074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Focar no que é essencial, ignorando detalhes irrelevantes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0" y="502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0" y="868680"/>
            <a:ext cx="7589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 a realidade destacando apenas dados relevantes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modelos e representações genéricas do problema</a:t>
            </a:r>
            <a:endParaRPr lang="en-US" sz="20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a complexidade interna por trás de uma interface simples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0" y="2697480"/>
            <a:ext cx="7589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29260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· SISTEMA DE ACADEMIA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34840" y="3337560"/>
            <a:ext cx="6949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o IMC, o sistema só precisa de peso e altura — ignora idade, cor da roupa ou horário do treino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é representado por um modelo de dados: nome, peso, altura, metas e histórico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só vê o resultado (IMC e classificação); a fórmula e os cálculos ficam escondidos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6"/>
            <a:ext cx="356616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2473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50749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5074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3157113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lógica e ordenada de passos para resolver um problema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0" y="502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0" y="868680"/>
            <a:ext cx="7589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passo a passo como uma tarefa deve ser executada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o mesmo processo sempre gere o resultado correto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transformar a lógica em código funcional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114800" y="2697480"/>
            <a:ext cx="7589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29260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· SISTEMA DE ACADEMIA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34840" y="3337560"/>
            <a:ext cx="6949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do IMC: ler peso e altura → calcular peso ÷ altura² → comparar com faixas → exibir classificação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metas: registrar meta → comparar progresso semanal → atualizar status (em dia, atrasado, concluído)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2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evolução: armazenar novo registro → comparar com o anterior → gerar gráfico de progresso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474720" cy="347472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pilares trabalhando juntos no sistema de academia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2103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cadastro, IMC, metas e evolução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3063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faixas de IMC e tendências de progresso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23360" y="4023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só os dados essenciais (peso e altura)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029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983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23360" y="4983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os passos exatos de cada cálculo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6172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Juntos, transformam um problema real — acompanhar a evolução de um aluno — em um sistema funcional e confiável.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526</Words>
  <Application>Microsoft Office PowerPoint</Application>
  <PresentationFormat>Widescreen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EtecVAV</cp:lastModifiedBy>
  <cp:revision>2</cp:revision>
  <dcterms:created xsi:type="dcterms:W3CDTF">2026-08-04T20:07:14Z</dcterms:created>
  <dcterms:modified xsi:type="dcterms:W3CDTF">2026-08-04T20:26:10Z</dcterms:modified>
</cp:coreProperties>
</file>